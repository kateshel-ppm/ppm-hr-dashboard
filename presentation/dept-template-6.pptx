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Шаблон слайда отдела, шесть блоков. 2 — результат и главный драйвер: что именно вытянуло цифру. 3 — что сделано за три недели. 4 — что не сделано, что ограничивает цель и где узкое горлышко.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Х отдел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245352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 отдела  ·  факт: 25.08–15.09.2026  ·  цель — на квартал, до 30.09.2026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587496" cy="2697480"/>
          </a:xfrm>
          <a:prstGeom prst="roundRect">
            <a:avLst>
              <a:gd name="adj" fmla="val 4746"/>
            </a:avLst>
          </a:prstGeom>
          <a:solidFill>
            <a:srgbClr val="EDF1FB"/>
          </a:solidFill>
          <a:ln w="12700">
            <a:solidFill>
              <a:srgbClr val="EDF1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274320" cy="274320"/>
          </a:xfrm>
          <a:prstGeom prst="ellipse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30936" y="13716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1335024"/>
            <a:ext cx="2746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B3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квартала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56816"/>
            <a:ext cx="16277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313554" y="1956816"/>
            <a:ext cx="15025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31136"/>
            <a:ext cx="16277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313554" y="2231136"/>
            <a:ext cx="15025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505456"/>
            <a:ext cx="16277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313554" y="2505456"/>
            <a:ext cx="15025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779776"/>
            <a:ext cx="16277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313554" y="2779776"/>
            <a:ext cx="15025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00728" y="1143000"/>
            <a:ext cx="3587496" cy="2697480"/>
          </a:xfrm>
          <a:prstGeom prst="roundRect">
            <a:avLst>
              <a:gd name="adj" fmla="val 4746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29328" y="1371600"/>
            <a:ext cx="274320" cy="274320"/>
          </a:xfrm>
          <a:prstGeom prst="ellipse">
            <a:avLst/>
          </a:prstGeom>
          <a:solidFill>
            <a:srgbClr val="3E7D5A"/>
          </a:solidFill>
          <a:ln w="12700">
            <a:solidFill>
              <a:srgbClr val="3E7D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74464" y="13716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913376" y="1335024"/>
            <a:ext cx="2746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B3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на 15.09 и главный драйвер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29328" y="1956816"/>
            <a:ext cx="1314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844052" y="1956816"/>
            <a:ext cx="9390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E7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783141" y="1956816"/>
            <a:ext cx="8764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B3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529328" y="2231136"/>
            <a:ext cx="1314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844052" y="2231136"/>
            <a:ext cx="9390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E7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783141" y="2231136"/>
            <a:ext cx="8764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B3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4529328" y="2505456"/>
            <a:ext cx="1314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844052" y="2505456"/>
            <a:ext cx="9390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E7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783141" y="2505456"/>
            <a:ext cx="8764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B3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529328" y="2779776"/>
            <a:ext cx="1314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844052" y="2779776"/>
            <a:ext cx="9390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E7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783141" y="2779776"/>
            <a:ext cx="8764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B3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529328" y="3099816"/>
            <a:ext cx="3130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3E7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ДРАЙВЕР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4529328" y="3282696"/>
            <a:ext cx="3130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именно вытянуло результат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144256" y="1143000"/>
            <a:ext cx="3587496" cy="2697480"/>
          </a:xfrm>
          <a:prstGeom prst="roundRect">
            <a:avLst>
              <a:gd name="adj" fmla="val 4746"/>
            </a:avLst>
          </a:prstGeom>
          <a:solidFill>
            <a:srgbClr val="E6F0F2"/>
          </a:solidFill>
          <a:ln w="12700">
            <a:solidFill>
              <a:srgbClr val="E6F0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72856" y="1371600"/>
            <a:ext cx="274320" cy="274320"/>
          </a:xfrm>
          <a:prstGeom prst="ellipse">
            <a:avLst/>
          </a:prstGeom>
          <a:solidFill>
            <a:srgbClr val="2F7382"/>
          </a:solidFill>
          <a:ln w="12700">
            <a:solidFill>
              <a:srgbClr val="2F738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317992" y="13716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8756904" y="1335024"/>
            <a:ext cx="2746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B3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сделано за 3 недели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372856" y="1956816"/>
            <a:ext cx="3130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950" dirty="0">
                <a:solidFill>
                  <a:srgbClr val="2B3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— результат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372856" y="2359152"/>
            <a:ext cx="3130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950" dirty="0">
                <a:solidFill>
                  <a:srgbClr val="2B3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— результат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8372856" y="2761488"/>
            <a:ext cx="3130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950" dirty="0">
                <a:solidFill>
                  <a:srgbClr val="2B3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— результат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8372856" y="3163824"/>
            <a:ext cx="3130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950" dirty="0">
                <a:solidFill>
                  <a:srgbClr val="2B3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— результат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" y="4096512"/>
            <a:ext cx="3587496" cy="2304288"/>
          </a:xfrm>
          <a:prstGeom prst="roundRect">
            <a:avLst>
              <a:gd name="adj" fmla="val 5556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5800" y="4325112"/>
            <a:ext cx="274320" cy="274320"/>
          </a:xfrm>
          <a:prstGeom prst="ellipse">
            <a:avLst/>
          </a:prstGeom>
          <a:solidFill>
            <a:srgbClr val="C0554A"/>
          </a:solidFill>
          <a:ln w="12700">
            <a:solidFill>
              <a:srgbClr val="C0554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30936" y="432511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1069848" y="4288536"/>
            <a:ext cx="2746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B3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не сделано, что ограничивает цель и где узкое горлышко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85800" y="4910328"/>
            <a:ext cx="313029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950" dirty="0">
                <a:solidFill>
                  <a:srgbClr val="2B3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950" dirty="0">
                <a:solidFill>
                  <a:srgbClr val="2B3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950" dirty="0">
                <a:solidFill>
                  <a:srgbClr val="2B3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300728" y="4096512"/>
            <a:ext cx="3587496" cy="2304288"/>
          </a:xfrm>
          <a:prstGeom prst="roundRect">
            <a:avLst>
              <a:gd name="adj" fmla="val 5556"/>
            </a:avLst>
          </a:prstGeom>
          <a:solidFill>
            <a:srgbClr val="EDEBF7"/>
          </a:solidFill>
          <a:ln w="12700">
            <a:solidFill>
              <a:srgbClr val="EDEBF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29328" y="4325112"/>
            <a:ext cx="274320" cy="274320"/>
          </a:xfrm>
          <a:prstGeom prst="ellipse">
            <a:avLst/>
          </a:prstGeom>
          <a:solidFill>
            <a:srgbClr val="5B4E9E"/>
          </a:solidFill>
          <a:ln w="12700">
            <a:solidFill>
              <a:srgbClr val="5B4E9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474464" y="432511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4913376" y="4288536"/>
            <a:ext cx="2746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B3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Гипотезы и решения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4529328" y="4910328"/>
            <a:ext cx="313029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950" dirty="0">
                <a:solidFill>
                  <a:srgbClr val="2B3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950" dirty="0">
                <a:solidFill>
                  <a:srgbClr val="2B3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950" dirty="0">
                <a:solidFill>
                  <a:srgbClr val="2B3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144256" y="4096512"/>
            <a:ext cx="3587496" cy="2304288"/>
          </a:xfrm>
          <a:prstGeom prst="roundRect">
            <a:avLst>
              <a:gd name="adj" fmla="val 5556"/>
            </a:avLst>
          </a:prstGeom>
          <a:solidFill>
            <a:srgbClr val="FBF3E4"/>
          </a:solidFill>
          <a:ln w="12700">
            <a:solidFill>
              <a:srgbClr val="FBF3E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372856" y="4325112"/>
            <a:ext cx="274320" cy="274320"/>
          </a:xfrm>
          <a:prstGeom prst="ellipse">
            <a:avLst/>
          </a:prstGeom>
          <a:solidFill>
            <a:srgbClr val="C08420"/>
          </a:solidFill>
          <a:ln w="12700">
            <a:solidFill>
              <a:srgbClr val="C08420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317992" y="432511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8756904" y="4288536"/>
            <a:ext cx="2746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B3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Приоритеты на 2 недели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8372856" y="4910328"/>
            <a:ext cx="313029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950" dirty="0">
                <a:solidFill>
                  <a:srgbClr val="2B3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950" dirty="0">
                <a:solidFill>
                  <a:srgbClr val="2B3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950" dirty="0">
                <a:solidFill>
                  <a:srgbClr val="2B3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Шаблон слайда отдела — 6 блоков</dc:title>
  <dc:subject>PptxGenJS Presentation</dc:subject>
  <dc:creator>HR ППМ</dc:creator>
  <cp:lastModifiedBy>HR ППМ</cp:lastModifiedBy>
  <cp:revision>1</cp:revision>
  <dcterms:created xsi:type="dcterms:W3CDTF">2026-09-14T13:18:55Z</dcterms:created>
  <dcterms:modified xsi:type="dcterms:W3CDTF">2026-09-14T13:18:55Z</dcterms:modified>
</cp:coreProperties>
</file>