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слайда отдела. Блок 2.1 «Что было сделано за 3 недели» — перечень завершённых задач за период 25.08–15.09: название задачи + краткий результат (цифра или факт).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31089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 отдел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13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отдела  ·  факт: 25.08–15.09.2026  ·  цель — на квартал, до 30.09.2026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061704" y="3108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·  38 неделя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08813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квартала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" y="1755648"/>
            <a:ext cx="1600200" cy="4041648"/>
          </a:xfrm>
          <a:prstGeom prst="roundRect">
            <a:avLst>
              <a:gd name="adj" fmla="val 3429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883664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0665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" y="2798064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" y="29809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3712464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" y="38953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" y="4626864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" y="480974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93976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39112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78024" y="1088136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на 15.09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93976" y="1755648"/>
            <a:ext cx="1965960" cy="4041648"/>
          </a:xfrm>
          <a:prstGeom prst="roundRect">
            <a:avLst>
              <a:gd name="adj" fmla="val 2791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21992" y="18836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221992" y="2066544"/>
            <a:ext cx="94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162452" y="2084832"/>
            <a:ext cx="769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221992" y="27980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221992" y="2980944"/>
            <a:ext cx="94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162452" y="2999232"/>
            <a:ext cx="769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790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221992" y="37124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221992" y="3895344"/>
            <a:ext cx="94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62452" y="3913632"/>
            <a:ext cx="769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0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плане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2221992" y="4626864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221992" y="4809744"/>
            <a:ext cx="94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162452" y="4828032"/>
            <a:ext cx="7694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B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плану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69664" y="1115568"/>
            <a:ext cx="292608" cy="292608"/>
          </a:xfrm>
          <a:prstGeom prst="ellipse">
            <a:avLst/>
          </a:prstGeom>
          <a:solidFill>
            <a:srgbClr val="3B6FE0"/>
          </a:solidFill>
          <a:ln w="12700">
            <a:solidFill>
              <a:srgbClr val="3B6F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14800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553712" y="10881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сделано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недели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69664" y="1755648"/>
            <a:ext cx="2148840" cy="4041648"/>
          </a:xfrm>
          <a:prstGeom prst="roundRect">
            <a:avLst>
              <a:gd name="adj" fmla="val 2553"/>
            </a:avLst>
          </a:prstGeom>
          <a:solidFill>
            <a:srgbClr val="F4F7FE"/>
          </a:solidFill>
          <a:ln w="9525">
            <a:solidFill>
              <a:srgbClr val="D6E2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97680" y="188366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25.08 → 15.09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215798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97680" y="235000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/ результат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2852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297680" y="30449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/ результат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297680" y="354787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373989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/ результат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297680" y="424281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297680" y="443484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/ результат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297680" y="493776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297680" y="512978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/ результат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28232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73368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12280" y="108813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ограничивает цель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428232" y="1755648"/>
            <a:ext cx="1691640" cy="4041648"/>
          </a:xfrm>
          <a:prstGeom prst="roundRect">
            <a:avLst>
              <a:gd name="adj" fmla="val 324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56248" y="1883664"/>
            <a:ext cx="143560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29600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74736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613648" y="1088136"/>
            <a:ext cx="1399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Гипотезы и решения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229600" y="1755648"/>
            <a:ext cx="1783080" cy="4041648"/>
          </a:xfrm>
          <a:prstGeom prst="roundRect">
            <a:avLst>
              <a:gd name="adj" fmla="val 3077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357616" y="1883664"/>
            <a:ext cx="152704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122408" y="1115568"/>
            <a:ext cx="292608" cy="292608"/>
          </a:xfrm>
          <a:prstGeom prst="ellipse">
            <a:avLst/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067544" y="111556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10506456" y="108813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на 2 недели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0122408" y="1755648"/>
            <a:ext cx="1691640" cy="4041648"/>
          </a:xfrm>
          <a:prstGeom prst="roundRect">
            <a:avLst>
              <a:gd name="adj" fmla="val 3243"/>
            </a:avLst>
          </a:prstGeom>
          <a:solidFill>
            <a:srgbClr val="F6F8F8"/>
          </a:solidFill>
          <a:ln w="9525">
            <a:solidFill>
              <a:srgbClr val="E4E9E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250424" y="1883664"/>
            <a:ext cx="1435608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10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ППМ Q3 2026 — шаблон слайда отдела</dc:title>
  <dc:subject>PptxGenJS Presentation</dc:subject>
  <dc:creator>HR ППМ</dc:creator>
  <cp:lastModifiedBy>HR ППМ</cp:lastModifiedBy>
  <cp:revision>1</cp:revision>
  <dcterms:created xsi:type="dcterms:W3CDTF">2026-09-14T07:49:05Z</dcterms:created>
  <dcterms:modified xsi:type="dcterms:W3CDTF">2026-09-14T07:49:05Z</dcterms:modified>
</cp:coreProperties>
</file>