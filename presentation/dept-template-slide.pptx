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Шаблон слайда отдела, сквозная нумерация 1–6. Блок 3 «Что сделал и что помогло» — завершённые задачи за 25.08–15.09 и драйвер по каждой (что позволило сделать). Блок 4 «Что не сделал и узкое горлышко» — незакрытые задачи и ключевая сложность по каждой.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3317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Промежуточные результаты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3127248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  ·  38 неделя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3703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слайда отдела: 1 → 2 → 3 → 4 → 5 → 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31089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 отдел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713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отдела  ·  факт: 25.08–15.09.2026  ·  цель — на квартал, до 30.09.2026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61704" y="31089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  ·  38 неделя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84048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088136"/>
            <a:ext cx="1170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квартала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4048" y="1755648"/>
            <a:ext cx="1554480" cy="4041648"/>
          </a:xfrm>
          <a:prstGeom prst="roundRect">
            <a:avLst>
              <a:gd name="adj" fmla="val 3529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" y="1883664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2066544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" y="2798064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" y="2980944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" y="3712464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" y="3895344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4626864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" y="4809744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48256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93392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432304" y="1088136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на 15.09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048256" y="1755648"/>
            <a:ext cx="1874520" cy="4041648"/>
          </a:xfrm>
          <a:prstGeom prst="roundRect">
            <a:avLst>
              <a:gd name="adj" fmla="val 2927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76272" y="188366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176272" y="2066544"/>
            <a:ext cx="89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066440" y="2084832"/>
            <a:ext cx="728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B7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плану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2176272" y="279806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176272" y="2980944"/>
            <a:ext cx="89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066440" y="2999232"/>
            <a:ext cx="728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790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176272" y="371246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176272" y="3895344"/>
            <a:ext cx="89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66440" y="3913632"/>
            <a:ext cx="728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0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 плане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2176272" y="462686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176272" y="4809744"/>
            <a:ext cx="89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066440" y="4828032"/>
            <a:ext cx="728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B7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плану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032504" y="1115568"/>
            <a:ext cx="292608" cy="292608"/>
          </a:xfrm>
          <a:prstGeom prst="ellipse">
            <a:avLst/>
          </a:prstGeom>
          <a:solidFill>
            <a:srgbClr val="3B6FE0"/>
          </a:solidFill>
          <a:ln w="12700">
            <a:solidFill>
              <a:srgbClr val="3B6FE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977640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416552" y="1088136"/>
            <a:ext cx="176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сделал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что помогло (драйвер)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032504" y="1755648"/>
            <a:ext cx="2148840" cy="4041648"/>
          </a:xfrm>
          <a:prstGeom prst="roundRect">
            <a:avLst>
              <a:gd name="adj" fmla="val 2553"/>
            </a:avLst>
          </a:prstGeom>
          <a:solidFill>
            <a:srgbClr val="F4F7FE"/>
          </a:solidFill>
          <a:ln w="9525">
            <a:solidFill>
              <a:srgbClr val="D6E2F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60520" y="1883664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25.08 → 15.09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160520" y="2157984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— результат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160520" y="2560320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драйвер: что помогло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160520" y="3035808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— результат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160520" y="3438144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драйвер: что помогло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60520" y="3913632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— результат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160520" y="4315968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драйвер: что помогло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160520" y="4791456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— результат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4160520" y="5193792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драйвер: что помогло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291072" y="1115568"/>
            <a:ext cx="292608" cy="292608"/>
          </a:xfrm>
          <a:prstGeom prst="ellipse">
            <a:avLst/>
          </a:prstGeom>
          <a:solidFill>
            <a:srgbClr val="3B6FE0"/>
          </a:solidFill>
          <a:ln w="12700">
            <a:solidFill>
              <a:srgbClr val="3B6FE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36208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675120" y="1088136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сделал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узкое горлышко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91072" y="1755648"/>
            <a:ext cx="2103120" cy="4041648"/>
          </a:xfrm>
          <a:prstGeom prst="roundRect">
            <a:avLst>
              <a:gd name="adj" fmla="val 2609"/>
            </a:avLst>
          </a:prstGeom>
          <a:solidFill>
            <a:srgbClr val="F4F7FE"/>
          </a:solidFill>
          <a:ln w="9525">
            <a:solidFill>
              <a:srgbClr val="D6E2F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19088" y="188366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790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сложность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6419088" y="2157984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— почему не сделана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6419088" y="256032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горлышко: что мешает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6419088" y="332841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— почему не сделана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419088" y="3730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горлышко: что мешает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419088" y="4498848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— почему не сделана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419088" y="4901184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горлышко: что мешает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503920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449056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8887968" y="1088136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Гипотезы и решения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503920" y="1755648"/>
            <a:ext cx="1645920" cy="4041648"/>
          </a:xfrm>
          <a:prstGeom prst="roundRect">
            <a:avLst>
              <a:gd name="adj" fmla="val 3333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631936" y="1883664"/>
            <a:ext cx="1389888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0259568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204704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10643616" y="1088136"/>
            <a:ext cx="1170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Приоритеты на 2 недели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10259568" y="1755648"/>
            <a:ext cx="1554480" cy="4041648"/>
          </a:xfrm>
          <a:prstGeom prst="roundRect">
            <a:avLst>
              <a:gd name="adj" fmla="val 3529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87584" y="1883664"/>
            <a:ext cx="1298448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Трекер ППМ Q3 2026 — шаблон слайда отдела</dc:title>
  <dc:subject>PptxGenJS Presentation</dc:subject>
  <dc:creator>HR ППМ</dc:creator>
  <cp:lastModifiedBy>HR ППМ</cp:lastModifiedBy>
  <cp:revision>1</cp:revision>
  <dcterms:created xsi:type="dcterms:W3CDTF">2026-09-14T10:17:17Z</dcterms:created>
  <dcterms:modified xsi:type="dcterms:W3CDTF">2026-09-14T10:17:17Z</dcterms:modified>
</cp:coreProperties>
</file>